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Presentation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931920"/>
            <a:ext cx="2743200" cy="45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with Teach Anything Now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Photosynthesis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 is the process by which green plants, algae, and some bacteria convert light energy into chemical energy.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process is fundamental for life on Earth as it provides the primary energy source for all ecosystems.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 occurs mainly in the leaves of plants, within specialized cell structures called chloroplasts.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 of Photosynthesis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 occurs in two main stages: the light-dependent reactions and the Calvin cycle.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light-dependent reactions capture sunlight and produce energy-rich molecules ATP and NADPH.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Calvin cycle uses ATP and NADPH to convert carbon dioxide into glucose, a simple sugar.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Light-Dependent Reactions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reactions take place in the thylakoid membranes of chloroplasts.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is absorbed by chlorophyll, exciting electrons and splitting water molecules.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is released as a byproduct and ATP and NADPH are produced for the next stage.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Calvin 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Occurs in the stroma of chloroplasts, using ATP and NADPH from the light-dependent reactions.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Involves the fixation of carbon dioxide into a stable three-carbon sugar molecule, glyceraldehyde-3-phosphate (G3P).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G3P is then used to form glucose and other carbohydrates that plants use for energy and growth.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 of Photosynthesis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Forests act as carbon sinks due to the large-scale photosynthesis occurring in trees.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in oceans contribute significantly to global oxygen production through photosynthesis.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like wheat and rice rely on photosynthesis to produce the food we eat.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Affecting Photosynthesis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intensity, carbon dioxide concentration, and temperature are key factors influencing the rate of photosynthesis.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conditions can maximize crop yields, which is crucial for food production.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these factors helps in developing sustainable agricultural practices.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Photosynthesis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 is essential for converting solar energy into chemical energy, supporting life on Earth.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involves complex interactions between light-dependent reactions and the Calvin cycle.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understanding and leveraging photosynthesis, we can enhance food production and address environmental challenges.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1828800" cy="45720"/>
          </a:xfrm>
          <a:prstGeom prst="rect">
            <a:avLst/>
          </a:prstGeom>
          <a:solidFill>
            <a:srgbClr val="F18F0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Photosynthesis?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Teach Anything 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Photosynthesis - Educational Presentation</dc:title>
  <dc:subject>Educational content about Photosynthesis</dc:subject>
  <dc:creator>Teach Anything Now</dc:creator>
  <cp:lastModifiedBy>Teach Anything Now</cp:lastModifiedBy>
  <cp:revision>1</cp:revision>
  <dcterms:created xsi:type="dcterms:W3CDTF">2026-01-01T07:07:12Z</dcterms:created>
  <dcterms:modified xsi:type="dcterms:W3CDTF">2026-01-01T07:07:12Z</dcterms:modified>
</cp:coreProperties>
</file>